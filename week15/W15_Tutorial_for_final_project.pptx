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72fab433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72fab43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72fab43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72fab43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5" y="-70775"/>
            <a:ext cx="91046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2600" y="2650400"/>
            <a:ext cx="2302750" cy="17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298072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發現</a:t>
            </a:r>
            <a:r>
              <a:rPr lang="zh-TW"/>
              <a:t>台中港位於台灣海峽優良風場區域，受惠於穩定且強勁的季風，離岸風電具有高發電效率與高容量因數的優勢。透過離岸風電發展，不僅能提供穩定綠色能源、</a:t>
            </a:r>
            <a:r>
              <a:rPr lang="zh-TW">
                <a:solidFill>
                  <a:srgbClr val="FF0000"/>
                </a:solidFill>
              </a:rPr>
              <a:t>降低火力發電依賴與碳排放</a:t>
            </a:r>
            <a:r>
              <a:rPr lang="zh-TW"/>
              <a:t>，更能帶動台中港相關產業發展與就業機會，成為台灣能源轉型的重要推動力量。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325"/>
            <a:ext cx="9091577" cy="529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